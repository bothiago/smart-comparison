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74" r:id="rId13"/>
    <p:sldId id="273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8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8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464277"/>
            <a:ext cx="9144000" cy="1393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lide de Título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cxnSp>
        <p:nvCxnSpPr>
          <p:cNvPr id="32" name="Google Shape;32;p3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beçalho da Seção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cxnSp>
        <p:nvCxnSpPr>
          <p:cNvPr id="47" name="Google Shape;47;p5"/>
          <p:cNvCxnSpPr/>
          <p:nvPr/>
        </p:nvCxnSpPr>
        <p:spPr>
          <a:xfrm>
            <a:off x="905744" y="434340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822960" y="1845734"/>
            <a:ext cx="370332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2"/>
          </p:nvPr>
        </p:nvSpPr>
        <p:spPr>
          <a:xfrm>
            <a:off x="4663440" y="1845736"/>
            <a:ext cx="370332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body" idx="2"/>
          </p:nvPr>
        </p:nvSpPr>
        <p:spPr>
          <a:xfrm>
            <a:off x="82296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3"/>
          </p:nvPr>
        </p:nvSpPr>
        <p:spPr>
          <a:xfrm>
            <a:off x="4663440" y="1846052"/>
            <a:ext cx="370332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4"/>
          </p:nvPr>
        </p:nvSpPr>
        <p:spPr>
          <a:xfrm>
            <a:off x="4663440" y="2582334"/>
            <a:ext cx="370332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 Branco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údo com Legenda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3460237" y="731520"/>
            <a:ext cx="5009393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body" idx="2"/>
          </p:nvPr>
        </p:nvSpPr>
        <p:spPr>
          <a:xfrm>
            <a:off x="342900" y="2926080"/>
            <a:ext cx="24003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dt" idx="10"/>
          </p:nvPr>
        </p:nvSpPr>
        <p:spPr>
          <a:xfrm>
            <a:off x="349134" y="6459786"/>
            <a:ext cx="19638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ft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m com Legenda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1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>
            <a:spLocks noGrp="1"/>
          </p:cNvSpPr>
          <p:nvPr>
            <p:ph type="pic" idx="2"/>
          </p:nvPr>
        </p:nvSpPr>
        <p:spPr>
          <a:xfrm>
            <a:off x="12" y="0"/>
            <a:ext cx="9143989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822959" y="5907024"/>
            <a:ext cx="75895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body" idx="1"/>
          </p:nvPr>
        </p:nvSpPr>
        <p:spPr>
          <a:xfrm rot="5400000">
            <a:off x="2583180" y="85514"/>
            <a:ext cx="4023360" cy="754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2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exto e Título Vertical" type="vertTitleAndTx">
  <p:cSld name="VERTICAL_TITLE_AND_VERTICAL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/>
          </p:nvPr>
        </p:nvSpPr>
        <p:spPr>
          <a:xfrm rot="5400000">
            <a:off x="4650802" y="2307652"/>
            <a:ext cx="5757421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body" idx="1"/>
          </p:nvPr>
        </p:nvSpPr>
        <p:spPr>
          <a:xfrm rot="5400000">
            <a:off x="650302" y="393126"/>
            <a:ext cx="5757420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lide de título">
  <p:cSld name="1_Slide de título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4" descr="GGFD2166TRA Raw.tif"/>
          <p:cNvPicPr preferRelativeResize="0"/>
          <p:nvPr/>
        </p:nvPicPr>
        <p:blipFill rotWithShape="1">
          <a:blip r:embed="rId2">
            <a:alphaModFix/>
          </a:blip>
          <a:srcRect l="361" t="2150" r="9181" b="11114"/>
          <a:stretch/>
        </p:blipFill>
        <p:spPr>
          <a:xfrm>
            <a:off x="-1" y="0"/>
            <a:ext cx="9144001" cy="59492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12" name="Google Shape;11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464277"/>
            <a:ext cx="9144000" cy="1393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ayout Personalizado">
  <p:cSld name="2_Layout Personalizado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lide de título">
  <p:cSld name="2_Slide de títul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GGFD2166TRA Raw.tif"/>
          <p:cNvPicPr preferRelativeResize="0"/>
          <p:nvPr/>
        </p:nvPicPr>
        <p:blipFill rotWithShape="1">
          <a:blip r:embed="rId2">
            <a:alphaModFix/>
          </a:blip>
          <a:srcRect l="361" t="2151" r="9181" b="13213"/>
          <a:stretch/>
        </p:blipFill>
        <p:spPr>
          <a:xfrm>
            <a:off x="-1" y="0"/>
            <a:ext cx="9144001" cy="580526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465170"/>
            <a:ext cx="9144000" cy="1393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7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29" name="Google Shape;12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464839"/>
            <a:ext cx="9144000" cy="1393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cxnSp>
        <p:nvCxnSpPr>
          <p:cNvPr id="17" name="Google Shape;17;p1"/>
          <p:cNvCxnSpPr/>
          <p:nvPr/>
        </p:nvCxnSpPr>
        <p:spPr>
          <a:xfrm>
            <a:off x="895149" y="1737845"/>
            <a:ext cx="74752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 b="1">
                <a:solidFill>
                  <a:schemeClr val="dk1"/>
                </a:solidFill>
              </a:rPr>
              <a:t>Smart Comparison</a:t>
            </a:r>
            <a:br>
              <a:rPr lang="pt-BR"/>
            </a:br>
            <a:r>
              <a:rPr lang="pt-BR" sz="2000"/>
              <a:t>O website que compara os melhores produtos para você.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1174480" y="3429000"/>
            <a:ext cx="684076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Integrantes: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Guilherme Alves Cursino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Renan De Faria Pereira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Thiago Barreto De Oliveira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Orientador: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Rogério B. de Andrade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Coordenação: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Neymar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Imagem 10" descr="Logotipo&#10;&#10;Descrição gerada automaticamente">
            <a:extLst>
              <a:ext uri="{FF2B5EF4-FFF2-40B4-BE49-F238E27FC236}">
                <a16:creationId xmlns:a16="http://schemas.microsoft.com/office/drawing/2014/main" id="{7FD69A1A-0793-45B9-816B-D1DA00621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305" y="5949101"/>
            <a:ext cx="1377042" cy="686225"/>
          </a:xfrm>
          <a:prstGeom prst="rect">
            <a:avLst/>
          </a:prstGeom>
        </p:spPr>
      </p:pic>
      <p:pic>
        <p:nvPicPr>
          <p:cNvPr id="3" name="Imagem 2" descr="Fundo preto com letras brancas&#10;&#10;Descrição gerada automaticamente">
            <a:extLst>
              <a:ext uri="{FF2B5EF4-FFF2-40B4-BE49-F238E27FC236}">
                <a16:creationId xmlns:a16="http://schemas.microsoft.com/office/drawing/2014/main" id="{59670ADE-8688-47C4-9740-5691E46E1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261" y="1088130"/>
            <a:ext cx="6535478" cy="36335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755576" y="53848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 b="1">
                <a:solidFill>
                  <a:schemeClr val="dk1"/>
                </a:solidFill>
              </a:rPr>
              <a:t>Introdução</a:t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2798758" y="2216965"/>
            <a:ext cx="5671830" cy="4102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Contextualização: </a:t>
            </a: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 a inovação digital, houve uma implementação de um novo e sucedido modelo de negócio, o chamado E-Commerce ou Comércio Virtual ,que de certa forma, está substituindo as tradicionais e convencionais lojas físicas.</a:t>
            </a:r>
            <a:endParaRPr lang="pt-BR" sz="1200" dirty="0">
              <a:ea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pt-BR"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E-commerce só é um processo de compra e venda de produtos por meios virtuais e como forma de pagamento com transações eletrônicas. Atualmente, o Comércio Virtual vem crescendo muito e ganhando muita popularidade, logo precisaria de ferramentas para auxiliar na compra e na venda de produtos.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3358" y="2016567"/>
            <a:ext cx="1795400" cy="158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1060" y="3776024"/>
            <a:ext cx="1559996" cy="158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 descr="Logotipo&#10;&#10;Descrição gerada automaticamente">
            <a:extLst>
              <a:ext uri="{FF2B5EF4-FFF2-40B4-BE49-F238E27FC236}">
                <a16:creationId xmlns:a16="http://schemas.microsoft.com/office/drawing/2014/main" id="{90735E3C-50EA-49B1-ABD3-5AF52F4240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7305" y="5949101"/>
            <a:ext cx="1377042" cy="6862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 b="1">
                <a:solidFill>
                  <a:schemeClr val="dk1"/>
                </a:solidFill>
              </a:rPr>
              <a:t>Problemas e Consequências</a:t>
            </a:r>
            <a:endParaRPr/>
          </a:p>
        </p:txBody>
      </p:sp>
      <p:sp>
        <p:nvSpPr>
          <p:cNvPr id="150" name="Google Shape;150;p20"/>
          <p:cNvSpPr txBox="1"/>
          <p:nvPr/>
        </p:nvSpPr>
        <p:spPr>
          <a:xfrm>
            <a:off x="3283736" y="1908699"/>
            <a:ext cx="4685786" cy="3401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lang="pt-BR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Queda de Vendas por falta de conhecimentos do Produto.</a:t>
            </a:r>
            <a:endParaRPr dirty="0"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 de conhecimentos de especificações técnicas de algum produto eletrônico.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lang="pt-BR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pt-B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Consequências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Compra de aparelhos que não favoreceram clientes.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Insatisfação dos clientes.</a:t>
            </a:r>
            <a:endParaRPr dirty="0"/>
          </a:p>
          <a:p>
            <a:pPr marL="285750" marR="0" lvl="0" indent="-1714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20" descr="Ícone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4478" y="3036164"/>
            <a:ext cx="1860359" cy="1819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44058C3B-5739-4ADC-865F-65B3C37C1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305" y="5949101"/>
            <a:ext cx="1377042" cy="6862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755576" y="11119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70"/>
              <a:buFont typeface="Calibri"/>
              <a:buNone/>
            </a:pPr>
            <a:r>
              <a:rPr lang="pt-BR" sz="4770" b="1">
                <a:solidFill>
                  <a:schemeClr val="dk1"/>
                </a:solidFill>
              </a:rPr>
              <a:t>Solução e Benefícios</a:t>
            </a:r>
            <a:br>
              <a:rPr lang="pt-BR" sz="3959"/>
            </a:br>
            <a:endParaRPr sz="4320"/>
          </a:p>
        </p:txBody>
      </p:sp>
      <p:sp>
        <p:nvSpPr>
          <p:cNvPr id="157" name="Google Shape;157;p21"/>
          <p:cNvSpPr txBox="1"/>
          <p:nvPr/>
        </p:nvSpPr>
        <p:spPr>
          <a:xfrm>
            <a:off x="3211313" y="1701584"/>
            <a:ext cx="5177111" cy="2760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Solução</a:t>
            </a: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Website com proposta de comparação de desempenhos para melhorar a escolha de algum produto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pt-BR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Benefícios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Melhorar o sistema de E-Commerce e expandir ainda mais a facilidade de propagação do mercado. 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Trazer conhecimentos tecnológicos, levando a sociedade a o caminho da inovação digital.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4350" y="1448683"/>
            <a:ext cx="2595667" cy="2595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1" descr="Ícone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3055" y="4016653"/>
            <a:ext cx="2158258" cy="1539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 descr="Logotipo&#10;&#10;Descrição gerada automaticamente">
            <a:extLst>
              <a:ext uri="{FF2B5EF4-FFF2-40B4-BE49-F238E27FC236}">
                <a16:creationId xmlns:a16="http://schemas.microsoft.com/office/drawing/2014/main" id="{45F21A76-0CC0-4A1F-A4E9-0F3F04EF3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7305" y="5949101"/>
            <a:ext cx="1377042" cy="686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>
            <a:spLocks noGrp="1"/>
          </p:cNvSpPr>
          <p:nvPr>
            <p:ph type="title"/>
          </p:nvPr>
        </p:nvSpPr>
        <p:spPr>
          <a:xfrm>
            <a:off x="772616" y="262522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 b="1">
                <a:solidFill>
                  <a:schemeClr val="dk1"/>
                </a:solidFill>
              </a:rPr>
              <a:t>Diagrama de Caso de Uso </a:t>
            </a:r>
            <a:endParaRPr/>
          </a:p>
        </p:txBody>
      </p:sp>
      <p:sp>
        <p:nvSpPr>
          <p:cNvPr id="165" name="Google Shape;165;p22"/>
          <p:cNvSpPr txBox="1"/>
          <p:nvPr/>
        </p:nvSpPr>
        <p:spPr>
          <a:xfrm>
            <a:off x="827584" y="1700808"/>
            <a:ext cx="684076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69C7482B-8270-4D10-8A24-3C328130D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305" y="5949101"/>
            <a:ext cx="1377042" cy="686225"/>
          </a:xfrm>
          <a:prstGeom prst="rect">
            <a:avLst/>
          </a:prstGeom>
        </p:spPr>
      </p:pic>
      <p:pic>
        <p:nvPicPr>
          <p:cNvPr id="3" name="Imagem 2" descr="Diagrama&#10;&#10;Descrição gerada automaticamente">
            <a:extLst>
              <a:ext uri="{FF2B5EF4-FFF2-40B4-BE49-F238E27FC236}">
                <a16:creationId xmlns:a16="http://schemas.microsoft.com/office/drawing/2014/main" id="{1E5C25F5-B405-45CD-8112-061DE987A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806" y="1790187"/>
            <a:ext cx="7011140" cy="39904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3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 b="1">
                <a:solidFill>
                  <a:schemeClr val="dk1"/>
                </a:solidFill>
              </a:rPr>
              <a:t>Materiais Utilizados</a:t>
            </a:r>
            <a:endParaRPr/>
          </a:p>
        </p:txBody>
      </p:sp>
      <p:sp>
        <p:nvSpPr>
          <p:cNvPr id="172" name="Google Shape;172;p23"/>
          <p:cNvSpPr txBox="1"/>
          <p:nvPr/>
        </p:nvSpPr>
        <p:spPr>
          <a:xfrm>
            <a:off x="822960" y="1899510"/>
            <a:ext cx="7272808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Linguagem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HTML, CSS, JavaScript e PHP.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Banco de Dados: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MySql.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Softwares: 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PhpStorm e WampSever.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Fremeworks : </a:t>
            </a:r>
            <a:r>
              <a:rPr lang="pt-BR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Bootstrap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3892" y="4251786"/>
            <a:ext cx="2682044" cy="1487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3" descr="Logotipo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5612" y="3704741"/>
            <a:ext cx="3690844" cy="2460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 descr="Logotipo, Ícone&#10;&#10;Descrição gerada automaticament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48264" y="2252573"/>
            <a:ext cx="1584176" cy="1578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 descr="Ícone&#10;&#10;Descrição gerada automaticament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29051" y="2152768"/>
            <a:ext cx="1778067" cy="1778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m 7" descr="Logotipo&#10;&#10;Descrição gerada automaticamente">
            <a:extLst>
              <a:ext uri="{FF2B5EF4-FFF2-40B4-BE49-F238E27FC236}">
                <a16:creationId xmlns:a16="http://schemas.microsoft.com/office/drawing/2014/main" id="{BC16C563-C548-4B2F-BEAC-8FA8B71A9C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7305" y="5949101"/>
            <a:ext cx="1377042" cy="686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>
            <a:spLocks noGrp="1"/>
          </p:cNvSpPr>
          <p:nvPr>
            <p:ph type="title"/>
          </p:nvPr>
        </p:nvSpPr>
        <p:spPr>
          <a:xfrm>
            <a:off x="755576" y="361351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 b="1">
                <a:solidFill>
                  <a:schemeClr val="dk1"/>
                </a:solidFill>
              </a:rPr>
              <a:t>Metodologias aplicadas</a:t>
            </a:r>
            <a:endParaRPr/>
          </a:p>
        </p:txBody>
      </p:sp>
      <p:sp>
        <p:nvSpPr>
          <p:cNvPr id="182" name="Google Shape;182;p24"/>
          <p:cNvSpPr txBox="1"/>
          <p:nvPr/>
        </p:nvSpPr>
        <p:spPr>
          <a:xfrm>
            <a:off x="1107096" y="2348880"/>
            <a:ext cx="684076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 de Desenvolvimento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7524" y="1779326"/>
            <a:ext cx="8568952" cy="4820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9837C431-6BF4-45E0-867B-54D122EDC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305" y="5949101"/>
            <a:ext cx="1377042" cy="686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 b="1">
                <a:solidFill>
                  <a:schemeClr val="dk1"/>
                </a:solidFill>
              </a:rPr>
              <a:t>Metodologias aplicadas</a:t>
            </a:r>
            <a:endParaRPr/>
          </a:p>
        </p:txBody>
      </p:sp>
      <p:sp>
        <p:nvSpPr>
          <p:cNvPr id="189" name="Google Shape;189;p25"/>
          <p:cNvSpPr txBox="1"/>
          <p:nvPr/>
        </p:nvSpPr>
        <p:spPr>
          <a:xfrm>
            <a:off x="1174479" y="1889522"/>
            <a:ext cx="684076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pt-BR" sz="2800" i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onexão com o banco de dados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25" descr="Text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 r="8353" b="13686"/>
          <a:stretch/>
        </p:blipFill>
        <p:spPr>
          <a:xfrm>
            <a:off x="1647241" y="2564903"/>
            <a:ext cx="5849517" cy="2442103"/>
          </a:xfrm>
          <a:prstGeom prst="rect">
            <a:avLst/>
          </a:prstGeom>
          <a:noFill/>
          <a:ln>
            <a:noFill/>
          </a:ln>
          <a:effectLst>
            <a:softEdge rad="127000"/>
          </a:effectLst>
        </p:spPr>
      </p:pic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B941BFF9-CC86-4E9F-B082-A4849465E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305" y="5949101"/>
            <a:ext cx="1377042" cy="686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 b="1">
                <a:solidFill>
                  <a:schemeClr val="dk1"/>
                </a:solidFill>
              </a:rPr>
              <a:t>Metodologias aplicadas</a:t>
            </a:r>
            <a:endParaRPr/>
          </a:p>
        </p:txBody>
      </p:sp>
      <p:sp>
        <p:nvSpPr>
          <p:cNvPr id="196" name="Google Shape;196;p26"/>
          <p:cNvSpPr txBox="1"/>
          <p:nvPr/>
        </p:nvSpPr>
        <p:spPr>
          <a:xfrm>
            <a:off x="1174480" y="2042248"/>
            <a:ext cx="684076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Cadastro</a:t>
            </a:r>
            <a:endParaRPr dirty="0"/>
          </a:p>
        </p:txBody>
      </p:sp>
      <p:pic>
        <p:nvPicPr>
          <p:cNvPr id="197" name="Google Shape;197;p26" descr="Text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 l="4144" r="18244" b="2116"/>
          <a:stretch/>
        </p:blipFill>
        <p:spPr>
          <a:xfrm>
            <a:off x="4728247" y="2620846"/>
            <a:ext cx="3950563" cy="2195260"/>
          </a:xfrm>
          <a:prstGeom prst="rect">
            <a:avLst/>
          </a:prstGeom>
          <a:noFill/>
          <a:ln>
            <a:noFill/>
          </a:ln>
          <a:effectLst>
            <a:softEdge rad="127000"/>
          </a:effectLst>
        </p:spPr>
      </p:pic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AA9EAA05-8193-4F53-87DC-58F23A360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305" y="5949101"/>
            <a:ext cx="1377042" cy="686225"/>
          </a:xfrm>
          <a:prstGeom prst="rect">
            <a:avLst/>
          </a:prstGeom>
        </p:spPr>
      </p:pic>
      <p:pic>
        <p:nvPicPr>
          <p:cNvPr id="6" name="Google Shape;204;p27" descr="Texto&#10;&#10;Descrição gerada automaticamente">
            <a:extLst>
              <a:ext uri="{FF2B5EF4-FFF2-40B4-BE49-F238E27FC236}">
                <a16:creationId xmlns:a16="http://schemas.microsoft.com/office/drawing/2014/main" id="{3FB9F813-7F24-4351-A66C-914E4F5DBF6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5983" r="28732"/>
          <a:stretch/>
        </p:blipFill>
        <p:spPr>
          <a:xfrm>
            <a:off x="933487" y="2620846"/>
            <a:ext cx="3794760" cy="2195261"/>
          </a:xfrm>
          <a:prstGeom prst="rect">
            <a:avLst/>
          </a:prstGeom>
          <a:noFill/>
          <a:ln>
            <a:noFill/>
          </a:ln>
          <a:effectLst>
            <a:softEdge rad="1270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 b="1">
                <a:solidFill>
                  <a:schemeClr val="dk1"/>
                </a:solidFill>
              </a:rPr>
              <a:t>Metodologias aplicadas</a:t>
            </a:r>
            <a:endParaRPr/>
          </a:p>
        </p:txBody>
      </p:sp>
      <p:sp>
        <p:nvSpPr>
          <p:cNvPr id="210" name="Google Shape;210;p28"/>
          <p:cNvSpPr txBox="1"/>
          <p:nvPr/>
        </p:nvSpPr>
        <p:spPr>
          <a:xfrm>
            <a:off x="1174479" y="1889522"/>
            <a:ext cx="684076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login</a:t>
            </a:r>
            <a:endParaRPr/>
          </a:p>
        </p:txBody>
      </p:sp>
      <p:pic>
        <p:nvPicPr>
          <p:cNvPr id="211" name="Google Shape;211;p28" descr="Text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 l="4096" r="31346"/>
          <a:stretch/>
        </p:blipFill>
        <p:spPr>
          <a:xfrm>
            <a:off x="1207363" y="2564903"/>
            <a:ext cx="3364637" cy="2433225"/>
          </a:xfrm>
          <a:prstGeom prst="rect">
            <a:avLst/>
          </a:prstGeom>
          <a:noFill/>
          <a:ln>
            <a:noFill/>
          </a:ln>
          <a:effectLst>
            <a:softEdge rad="76200"/>
          </a:effectLst>
        </p:spPr>
      </p:pic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067CC6C4-2840-4D8D-A1FA-B6A442F5B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305" y="5949101"/>
            <a:ext cx="1377042" cy="686225"/>
          </a:xfrm>
          <a:prstGeom prst="rect">
            <a:avLst/>
          </a:prstGeom>
        </p:spPr>
      </p:pic>
      <p:pic>
        <p:nvPicPr>
          <p:cNvPr id="6" name="Google Shape;218;p29" descr="Texto&#10;&#10;Descrição gerada automaticamente">
            <a:extLst>
              <a:ext uri="{FF2B5EF4-FFF2-40B4-BE49-F238E27FC236}">
                <a16:creationId xmlns:a16="http://schemas.microsoft.com/office/drawing/2014/main" id="{0A089CC0-58C8-4C7D-8AF9-0483F936E1B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3697" r="27055" b="1590"/>
          <a:stretch/>
        </p:blipFill>
        <p:spPr>
          <a:xfrm>
            <a:off x="5002122" y="2564902"/>
            <a:ext cx="3364638" cy="2433225"/>
          </a:xfrm>
          <a:prstGeom prst="rect">
            <a:avLst/>
          </a:prstGeom>
          <a:noFill/>
          <a:ln>
            <a:noFill/>
          </a:ln>
          <a:effectLst>
            <a:softEdge rad="7620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 b="1">
                <a:solidFill>
                  <a:schemeClr val="dk1"/>
                </a:solidFill>
              </a:rPr>
              <a:t>Metodologias aplicadas</a:t>
            </a:r>
            <a:endParaRPr/>
          </a:p>
        </p:txBody>
      </p:sp>
      <p:sp>
        <p:nvSpPr>
          <p:cNvPr id="217" name="Google Shape;217;p29"/>
          <p:cNvSpPr txBox="1"/>
          <p:nvPr/>
        </p:nvSpPr>
        <p:spPr>
          <a:xfrm>
            <a:off x="1151620" y="1853518"/>
            <a:ext cx="684076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login</a:t>
            </a:r>
            <a:endParaRPr dirty="0"/>
          </a:p>
        </p:txBody>
      </p:sp>
      <p:pic>
        <p:nvPicPr>
          <p:cNvPr id="218" name="Google Shape;218;p29" descr="Text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 l="3392" r="27713" b="1258"/>
          <a:stretch/>
        </p:blipFill>
        <p:spPr>
          <a:xfrm>
            <a:off x="822960" y="2617137"/>
            <a:ext cx="3651388" cy="2503503"/>
          </a:xfrm>
          <a:prstGeom prst="rect">
            <a:avLst/>
          </a:prstGeom>
          <a:noFill/>
          <a:ln>
            <a:noFill/>
          </a:ln>
          <a:effectLst>
            <a:softEdge rad="76200"/>
          </a:effectLst>
        </p:spPr>
      </p:pic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F3C66CE8-2488-4C0E-886F-F59180C1B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305" y="5949101"/>
            <a:ext cx="1377042" cy="686225"/>
          </a:xfrm>
          <a:prstGeom prst="rect">
            <a:avLst/>
          </a:prstGeom>
        </p:spPr>
      </p:pic>
      <p:pic>
        <p:nvPicPr>
          <p:cNvPr id="7" name="Google Shape;225;p30" descr="Texto&#10;&#10;Descrição gerada automaticamente">
            <a:extLst>
              <a:ext uri="{FF2B5EF4-FFF2-40B4-BE49-F238E27FC236}">
                <a16:creationId xmlns:a16="http://schemas.microsoft.com/office/drawing/2014/main" id="{1DA1EA00-CBF8-41B8-B434-DD5EC1CC37C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4545" r="21133" b="2766"/>
          <a:stretch/>
        </p:blipFill>
        <p:spPr>
          <a:xfrm>
            <a:off x="4758434" y="2617137"/>
            <a:ext cx="3608326" cy="2503503"/>
          </a:xfrm>
          <a:prstGeom prst="rect">
            <a:avLst/>
          </a:prstGeom>
          <a:noFill/>
          <a:ln>
            <a:noFill/>
          </a:ln>
          <a:effectLst>
            <a:softEdge rad="7620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 b="1" dirty="0">
                <a:solidFill>
                  <a:schemeClr val="tx1"/>
                </a:solidFill>
              </a:rPr>
              <a:t>Conclusão</a:t>
            </a:r>
          </a:p>
        </p:txBody>
      </p:sp>
      <p:sp>
        <p:nvSpPr>
          <p:cNvPr id="267" name="Google Shape;267;p36"/>
          <p:cNvSpPr txBox="1"/>
          <p:nvPr/>
        </p:nvSpPr>
        <p:spPr>
          <a:xfrm>
            <a:off x="3017408" y="1916831"/>
            <a:ext cx="5349352" cy="3516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pt-BR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Geral</a:t>
            </a:r>
            <a:endParaRPr dirty="0"/>
          </a:p>
          <a:p>
            <a:pPr marL="762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Auxiliar a pesquisa do usuário à realizar a  compra de algum produto tecnológico, consequentemente, fazer uma melhora no ramo do E-commerce.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pt-BR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Específico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08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08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Determinar o melhor produto de acordo com os critérios do cliente, e dando um suporte com um fórum para pessoas leigas em tecnologias ou com alguma dúvida.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36" descr="Logotipo, Ícone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4291" y="2131620"/>
            <a:ext cx="1634520" cy="1634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6" descr="Ícone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9896" y="4067184"/>
            <a:ext cx="1443311" cy="14507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 descr="Logotipo&#10;&#10;Descrição gerada automaticamente">
            <a:extLst>
              <a:ext uri="{FF2B5EF4-FFF2-40B4-BE49-F238E27FC236}">
                <a16:creationId xmlns:a16="http://schemas.microsoft.com/office/drawing/2014/main" id="{78DA1341-3A0F-49AB-9A29-8F45511E87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7305" y="5949101"/>
            <a:ext cx="1377042" cy="6862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 txBox="1"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pt-BR" b="1">
                <a:solidFill>
                  <a:schemeClr val="dk1"/>
                </a:solidFill>
              </a:rPr>
              <a:t>O website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260" name="Google Shape;260;p35"/>
          <p:cNvSpPr txBox="1"/>
          <p:nvPr/>
        </p:nvSpPr>
        <p:spPr>
          <a:xfrm>
            <a:off x="971600" y="2780928"/>
            <a:ext cx="684076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Demonstrativo :</a:t>
            </a:r>
            <a:endParaRPr/>
          </a:p>
        </p:txBody>
      </p:sp>
      <p:pic>
        <p:nvPicPr>
          <p:cNvPr id="261" name="Google Shape;261;p35" descr="Uma imagem contendo Text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7624" y="1589604"/>
            <a:ext cx="8778257" cy="4937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2D6468EC-74F5-4F24-B075-5EBEBBD37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305" y="5949101"/>
            <a:ext cx="1377042" cy="6862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337</Words>
  <Application>Microsoft Office PowerPoint</Application>
  <PresentationFormat>Apresentação na tela (4:3)</PresentationFormat>
  <Paragraphs>64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Retrospectiva</vt:lpstr>
      <vt:lpstr>Smart Comparison O website que compara os melhores produtos para você.</vt:lpstr>
      <vt:lpstr>Introdução</vt:lpstr>
      <vt:lpstr>Problemas e Consequências</vt:lpstr>
      <vt:lpstr>Solução e Benefícios </vt:lpstr>
      <vt:lpstr>Diagrama de Caso de Uso </vt:lpstr>
      <vt:lpstr>Materiais Utilizados</vt:lpstr>
      <vt:lpstr>Metodologias aplicadas</vt:lpstr>
      <vt:lpstr>Metodologias aplicadas</vt:lpstr>
      <vt:lpstr>Metodologias aplicadas</vt:lpstr>
      <vt:lpstr>Metodologias aplicadas</vt:lpstr>
      <vt:lpstr>Metodologias aplicadas</vt:lpstr>
      <vt:lpstr>Conclusão</vt:lpstr>
      <vt:lpstr>O website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Comparison O website que compara os melhores produtos para você.</dc:title>
  <dc:creator>thiago oliveira</dc:creator>
  <cp:lastModifiedBy>thiago oliveira</cp:lastModifiedBy>
  <cp:revision>7</cp:revision>
  <dcterms:modified xsi:type="dcterms:W3CDTF">2020-12-15T18:45:51Z</dcterms:modified>
</cp:coreProperties>
</file>